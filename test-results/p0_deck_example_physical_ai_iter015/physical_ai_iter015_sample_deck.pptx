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물리 세계 제약 하 VLA 로봇 파운데이션 모델 동향 Contents Executive Summary Scope &amp; Methodology Technical Background Physical AI와 ‘닫힌 루프’의 의미 VLA(Vision-Language-Action)와 로봇 파운데이션 모델 행동 표현(action representation)과 action chunking 생성적 정책:...</a:t>
            </a:r>
          </a:p>
          <a:p>
            <a:r>
              <a:t>- 물리 세계 제약 하 VLA 로봇 파운데이션 모델 동향 Contents Executive Summary Scope &amp; Methodology Technical Background Physical AI와 ‘닫힌 루프...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and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scope boundaries, assumptions, and selection criteria.</a:t>
            </a:r>
          </a:p>
          <a:p>
            <a:r>
              <a:t>[diagram:mermaid] snapshot=deck_assets/physical_ai_iter015_sample_deck/diagrams/slide_02_02_mermaid.svg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Summarize strongest evidence and benchmark outcomes.</a:t>
            </a:r>
          </a:p>
          <a:p>
            <a:r>
              <a:t>Claim | Evidence</a:t>
            </a:r>
          </a:p>
          <a:p>
            <a:r>
              <a:t>Summarize strongest evidence and benchmark outcomes. | TBD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uncertainty and unresolved validation gaps.</a:t>
            </a:r>
          </a:p>
          <a:p>
            <a:r>
              <a:t>- List uncertainty and unresolved validation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and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decision recommendation with execution guardrails.</a:t>
            </a:r>
          </a:p>
          <a:p>
            <a:r>
              <a:t>- Provide decision recommendation with execution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evidence interpretation and implications for stakeholders.</a:t>
            </a:r>
          </a:p>
          <a:p>
            <a:r>
              <a:t>[chart] data attached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